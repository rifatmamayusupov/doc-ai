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Loyiha Tahlili: Qorabog' Suv Ombori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Avtomatik Generatsiya qilingan Hisobot</a:t>
            </a:r>
          </a:p>
          <a:p>
            <a:r>
              <a:t>Excel Agent tomonidan tayyorlandi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Loyiha Haqida Qisqacha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Fayl nomi: complex_structure_test.xlsx</a:t>
            </a:r>
          </a:p>
          <a:p>
            <a:pPr/>
            <a:r>
              <a:t>Tozalangan ma'lumotlar hajmi: 1167 qator</a:t>
            </a:r>
          </a:p>
          <a:p>
            <a:pPr/>
            <a:r>
              <a:t>Asosiy ish turlari:</a:t>
            </a:r>
          </a:p>
          <a:p>
            <a:pPr lvl="1"/>
            <a:r>
              <a:t>• Tuproq ishlari</a:t>
            </a:r>
          </a:p>
          <a:p>
            <a:pPr lvl="1"/>
            <a:r>
              <a:t>• Beton ishlari</a:t>
            </a:r>
          </a:p>
          <a:p>
            <a:pPr lvl="1"/>
            <a:r>
              <a:t>• Mexanizatsiya xarajatlari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O'lchov Birliklari Taqsimoti</a:t>
            </a:r>
          </a:p>
        </p:txBody>
      </p:sp>
      <p:pic>
        <p:nvPicPr>
          <p:cNvPr id="3" name="Picture 2" descr="pie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62865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Ma'lumotlardan Namuna (Top 5)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121920"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№№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ОБОСНОВАНИЕ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НАИМЕНОВАНИЕ РАБОТ И РЕСУРСОВ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ЕД.ИЗМ</a:t>
                      </a:r>
                    </a:p>
                  </a:txBody>
                  <a:tcPr/>
                </a:tc>
              </a:tr>
              <a:tr h="12192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</a:t>
                      </a:r>
                    </a:p>
                  </a:txBody>
                  <a:tcPr/>
                </a:tc>
              </a:tr>
              <a:tr h="12192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E1-1-31-2 T.Ч.01 П.3.31 КэМ=1,06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РАЗРАБОТКА ГРУНТА С ПЕРЕМЕЩЕНИЕМ ДО 10 М БУЛЬДО...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1000М3</a:t>
                      </a:r>
                    </a:p>
                  </a:txBody>
                  <a:tcPr/>
                </a:tc>
              </a:tr>
              <a:tr h="12192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000003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ЗАТРАТЫ ТРУДА МАШИНИСТОВ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ЧЕЛ-Ч</a:t>
                      </a:r>
                    </a:p>
                  </a:txBody>
                  <a:tcPr/>
                </a:tc>
              </a:tr>
              <a:tr h="12192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000259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БУЛЬДОЗЕРЫ ПРИ РАБОТЕ НА ДРУГИХ ВИДАХ СТРОИТЕЛЬ...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МАШ-Ч</a:t>
                      </a:r>
                    </a:p>
                  </a:txBody>
                  <a:tcPr/>
                </a:tc>
              </a:tr>
              <a:tr h="12192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E1-1-31-10 К=5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ПРИ ПЕРЕМЕЩЕНИИ ГРУНТА НА КАЖДЫЕ ПОСЛЕДУЮЩИЕ 10...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1000М3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